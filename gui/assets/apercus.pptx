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110733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43109387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676854827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1944966511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09939683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0628853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607494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5001220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2074573211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624176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5549102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824660637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C6F3FF-18DC-EADB-4BCF-C1A0941DCB70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261105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999045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81472963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212398-5B17-AC39-45DA-31902E317680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571584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2045436996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169198302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0098197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88613789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95487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773221245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14707523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753966080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0746687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440022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61440231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203015810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33498202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13589258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56189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555575552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652571681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674963002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591880768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34614713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395133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39410440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532811542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610803976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410211824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931935286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472794646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98179520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73552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874917972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179052626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2171234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609423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495151691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28563787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650417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391404984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30190472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009900637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077923313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37532281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91025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297244545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386891467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91575573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390996630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16969355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80479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60406443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51070201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8885471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0761395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60249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763776412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50623122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79056447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3945610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16398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39692679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435822837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447512063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794677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243609" name=""/>
          <p:cNvSpPr/>
          <p:nvPr/>
        </p:nvSpPr>
        <p:spPr bwMode="auto">
          <a:xfrm rot="0" flipH="0" flipV="0">
            <a:off x="212749" y="232833"/>
            <a:ext cx="11641666" cy="6392333"/>
          </a:xfrm>
          <a:prstGeom prst="rect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170100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60645" y="3298264"/>
            <a:ext cx="6343650" cy="3571875"/>
          </a:xfrm>
          <a:prstGeom prst="rect">
            <a:avLst/>
          </a:prstGeom>
        </p:spPr>
      </p:pic>
      <p:pic>
        <p:nvPicPr>
          <p:cNvPr id="76419281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-2592854" y="3097181"/>
            <a:ext cx="8228434" cy="5071613"/>
          </a:xfrm>
          <a:prstGeom prst="rect">
            <a:avLst/>
          </a:prstGeom>
        </p:spPr>
      </p:pic>
      <p:sp>
        <p:nvSpPr>
          <p:cNvPr id="1586787377" name=""/>
          <p:cNvSpPr/>
          <p:nvPr/>
        </p:nvSpPr>
        <p:spPr bwMode="auto">
          <a:xfrm rot="0" flipH="0" flipV="0">
            <a:off x="5127145" y="3226048"/>
            <a:ext cx="1549055" cy="405901"/>
          </a:xfrm>
          <a:prstGeom prst="flowChartTerminator">
            <a:avLst/>
          </a:prstGeom>
          <a:solidFill>
            <a:srgbClr val="44676A"/>
          </a:solidFill>
          <a:ln w="19049" cap="flat" cmpd="sng" algn="ctr">
            <a:solidFill>
              <a:schemeClr val="bg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r>
              <a:rPr b="1"/>
              <a:t>MOA</a:t>
            </a:r>
            <a:endParaRPr/>
          </a:p>
        </p:txBody>
      </p:sp>
      <p:pic>
        <p:nvPicPr>
          <p:cNvPr id="40785954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0960507" y="343510"/>
            <a:ext cx="688567" cy="688567"/>
          </a:xfrm>
          <a:prstGeom prst="rect">
            <a:avLst/>
          </a:prstGeom>
        </p:spPr>
      </p:pic>
      <p:pic>
        <p:nvPicPr>
          <p:cNvPr id="121847089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359833" y="232833"/>
            <a:ext cx="991006" cy="991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59150" name=""/>
          <p:cNvSpPr/>
          <p:nvPr/>
        </p:nvSpPr>
        <p:spPr bwMode="auto">
          <a:xfrm rot="0" flipH="0" flipV="0">
            <a:off x="212748" y="232832"/>
            <a:ext cx="11736917" cy="6392332"/>
          </a:xfrm>
          <a:prstGeom prst="rect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40998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55756" y="343509"/>
            <a:ext cx="688566" cy="688566"/>
          </a:xfrm>
          <a:prstGeom prst="rect">
            <a:avLst/>
          </a:prstGeom>
        </p:spPr>
      </p:pic>
      <p:pic>
        <p:nvPicPr>
          <p:cNvPr id="4037027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9832" y="232832"/>
            <a:ext cx="991006" cy="991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070535" name=""/>
          <p:cNvSpPr/>
          <p:nvPr/>
        </p:nvSpPr>
        <p:spPr bwMode="auto">
          <a:xfrm rot="0" flipH="0" flipV="0">
            <a:off x="212748" y="232831"/>
            <a:ext cx="11736916" cy="6392332"/>
          </a:xfrm>
          <a:prstGeom prst="rect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913777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55756" y="343509"/>
            <a:ext cx="688566" cy="688566"/>
          </a:xfrm>
          <a:prstGeom prst="rect">
            <a:avLst/>
          </a:prstGeom>
        </p:spPr>
      </p:pic>
      <p:pic>
        <p:nvPicPr>
          <p:cNvPr id="79577821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9832" y="232832"/>
            <a:ext cx="991006" cy="991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2012-12-03T06:56:55Z</dcterms:created>
  <dcterms:modified xsi:type="dcterms:W3CDTF">2025-08-14T08:15:21Z</dcterms:modified>
</cp:coreProperties>
</file>